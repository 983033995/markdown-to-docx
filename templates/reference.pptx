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演示文稿标题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作者姓名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2025-01-01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第一部分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标题幻灯片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这是一个标题幻灯片，包含简短的介绍文字。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内容幻灯片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要点列表</a:t>
            </a:r>
          </a:p>
          <a:p>
            <a:pPr lvl="0"/>
            <a:r>
              <a:rPr/>
              <a:t>第一个要点：简洁明了</a:t>
            </a:r>
          </a:p>
          <a:p>
            <a:pPr lvl="0"/>
            <a:r>
              <a:rPr/>
              <a:t>第二个要点：重点突出</a:t>
            </a:r>
          </a:p>
          <a:p>
            <a:pPr lvl="0"/>
            <a:r>
              <a:rPr/>
              <a:t>第三个要点：易于理解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编号列表</a:t>
            </a:r>
          </a:p>
          <a:p>
            <a:pPr lvl="0" indent="-342900" marL="342900">
              <a:buAutoNum type="arabicPeriod"/>
            </a:pPr>
            <a:r>
              <a:rPr/>
              <a:t>第一步：准备工作</a:t>
            </a:r>
          </a:p>
          <a:p>
            <a:pPr lvl="0" indent="-342900" marL="342900">
              <a:buAutoNum type="arabicPeriod"/>
            </a:pPr>
            <a:r>
              <a:rPr/>
              <a:t>第二步：执行计划</a:t>
            </a:r>
          </a:p>
          <a:p>
            <a:pPr lvl="0" indent="-342900" marL="342900">
              <a:buAutoNum type="arabicPeriod"/>
            </a:pPr>
            <a:r>
              <a:rPr/>
              <a:t>第三步：总结反馈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代码示例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Python 代码示例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hello_world():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"""简洁的代码块"""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表格示例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状态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任务A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已完成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任务B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进行中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→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任务C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待开始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○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第二部分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引用文本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这是一段引用文本。 适合展示重要观点或名言。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多列内容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左侧内容</a:t>
            </a:r>
          </a:p>
          <a:p>
            <a:pPr lvl="0"/>
            <a:r>
              <a:rPr/>
              <a:t>要点 1</a:t>
            </a:r>
          </a:p>
          <a:p>
            <a:pPr lvl="0"/>
            <a:r>
              <a:rPr/>
              <a:t>要点 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右侧内容</a:t>
            </a:r>
          </a:p>
          <a:p>
            <a:pPr lvl="0"/>
            <a:r>
              <a:rPr/>
              <a:t>要点 3</a:t>
            </a:r>
          </a:p>
          <a:p>
            <a:pPr lvl="0"/>
            <a:r>
              <a:rPr/>
              <a:t>要点 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关键要点 1</a:t>
            </a:r>
          </a:p>
          <a:p>
            <a:pPr lvl="0"/>
            <a:r>
              <a:rPr/>
              <a:t>关键要点 2</a:t>
            </a:r>
          </a:p>
          <a:p>
            <a:pPr lvl="0"/>
            <a:r>
              <a:rPr/>
              <a:t>关键要点 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演示文稿标题</dc:title>
  <dc:creator>作者姓名</dc:creator>
  <cp:keywords/>
  <dcterms:created xsi:type="dcterms:W3CDTF">2025-11-21T07:27:06Z</dcterms:created>
  <dcterms:modified xsi:type="dcterms:W3CDTF">2025-11-21T07:27:06Z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2025-01-01</vt:lpwstr>
  </property>
</Properties>
</file>